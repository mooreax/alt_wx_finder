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82500-3D2B-4646-BD1C-7D78CAD9B883}" v="10" dt="2025-11-04T02:10:56.1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862" y="16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Moore" userId="7e47a0db79a540cc" providerId="LiveId" clId="{EC81579A-37D6-43BF-A5F6-AA03DC4717C4}"/>
    <pc:docChg chg="undo redo custSel addSld modSld modMainMaster">
      <pc:chgData name="Alex Moore" userId="7e47a0db79a540cc" providerId="LiveId" clId="{EC81579A-37D6-43BF-A5F6-AA03DC4717C4}" dt="2025-11-04T02:53:58.221" v="8165" actId="20577"/>
      <pc:docMkLst>
        <pc:docMk/>
      </pc:docMkLst>
      <pc:sldChg chg="modSp new mod modClrScheme chgLayout">
        <pc:chgData name="Alex Moore" userId="7e47a0db79a540cc" providerId="LiveId" clId="{EC81579A-37D6-43BF-A5F6-AA03DC4717C4}" dt="2025-11-03T21:32:52.489" v="4230" actId="20577"/>
        <pc:sldMkLst>
          <pc:docMk/>
          <pc:sldMk cId="2110987542" sldId="256"/>
        </pc:sldMkLst>
        <pc:spChg chg="mod ord">
          <ac:chgData name="Alex Moore" userId="7e47a0db79a540cc" providerId="LiveId" clId="{EC81579A-37D6-43BF-A5F6-AA03DC4717C4}" dt="2025-11-03T21:32:52.489" v="4230" actId="20577"/>
          <ac:spMkLst>
            <pc:docMk/>
            <pc:sldMk cId="2110987542" sldId="256"/>
            <ac:spMk id="2" creationId="{C3EEF7D7-0B11-AEB5-8265-C668C516FA29}"/>
          </ac:spMkLst>
        </pc:spChg>
        <pc:spChg chg="mod ord">
          <ac:chgData name="Alex Moore" userId="7e47a0db79a540cc" providerId="LiveId" clId="{EC81579A-37D6-43BF-A5F6-AA03DC4717C4}" dt="2025-11-03T20:59:21.137" v="419" actId="20577"/>
          <ac:spMkLst>
            <pc:docMk/>
            <pc:sldMk cId="2110987542" sldId="256"/>
            <ac:spMk id="3" creationId="{C673DAD2-5A14-83F3-08FA-CF3765DC5BCC}"/>
          </ac:spMkLst>
        </pc:spChg>
      </pc:sldChg>
      <pc:sldChg chg="addSp delSp modSp new mod">
        <pc:chgData name="Alex Moore" userId="7e47a0db79a540cc" providerId="LiveId" clId="{EC81579A-37D6-43BF-A5F6-AA03DC4717C4}" dt="2025-11-04T02:49:55.544" v="8026" actId="20577"/>
        <pc:sldMkLst>
          <pc:docMk/>
          <pc:sldMk cId="2206699874" sldId="257"/>
        </pc:sldMkLst>
        <pc:spChg chg="mod">
          <ac:chgData name="Alex Moore" userId="7e47a0db79a540cc" providerId="LiveId" clId="{EC81579A-37D6-43BF-A5F6-AA03DC4717C4}" dt="2025-11-03T20:58:50.272" v="388" actId="20577"/>
          <ac:spMkLst>
            <pc:docMk/>
            <pc:sldMk cId="2206699874" sldId="257"/>
            <ac:spMk id="2" creationId="{D25AA85F-A6C1-6B70-E183-12156883A3D7}"/>
          </ac:spMkLst>
        </pc:spChg>
        <pc:spChg chg="mod">
          <ac:chgData name="Alex Moore" userId="7e47a0db79a540cc" providerId="LiveId" clId="{EC81579A-37D6-43BF-A5F6-AA03DC4717C4}" dt="2025-11-04T02:49:55.544" v="8026" actId="20577"/>
          <ac:spMkLst>
            <pc:docMk/>
            <pc:sldMk cId="2206699874" sldId="257"/>
            <ac:spMk id="3" creationId="{EA565D92-8265-76A3-76B9-34CAB907C34A}"/>
          </ac:spMkLst>
        </pc:spChg>
        <pc:spChg chg="add del mod">
          <ac:chgData name="Alex Moore" userId="7e47a0db79a540cc" providerId="LiveId" clId="{EC81579A-37D6-43BF-A5F6-AA03DC4717C4}" dt="2025-11-04T01:30:12.041" v="4458" actId="478"/>
          <ac:spMkLst>
            <pc:docMk/>
            <pc:sldMk cId="2206699874" sldId="257"/>
            <ac:spMk id="4" creationId="{BB2DA46C-9E69-E489-6ECD-F2FE9FA35FEE}"/>
          </ac:spMkLst>
        </pc:spChg>
      </pc:sldChg>
      <pc:sldChg chg="addSp delSp modSp new mod">
        <pc:chgData name="Alex Moore" userId="7e47a0db79a540cc" providerId="LiveId" clId="{EC81579A-37D6-43BF-A5F6-AA03DC4717C4}" dt="2025-11-04T02:00:19.406" v="4676" actId="166"/>
        <pc:sldMkLst>
          <pc:docMk/>
          <pc:sldMk cId="524296123" sldId="258"/>
        </pc:sldMkLst>
        <pc:spChg chg="mod">
          <ac:chgData name="Alex Moore" userId="7e47a0db79a540cc" providerId="LiveId" clId="{EC81579A-37D6-43BF-A5F6-AA03DC4717C4}" dt="2025-11-03T21:34:41.473" v="4281" actId="20577"/>
          <ac:spMkLst>
            <pc:docMk/>
            <pc:sldMk cId="524296123" sldId="258"/>
            <ac:spMk id="2" creationId="{11EF90DC-6EFE-2056-8172-88F7540F7B9D}"/>
          </ac:spMkLst>
        </pc:spChg>
        <pc:spChg chg="del mod">
          <ac:chgData name="Alex Moore" userId="7e47a0db79a540cc" providerId="LiveId" clId="{EC81579A-37D6-43BF-A5F6-AA03DC4717C4}" dt="2025-11-03T21:58:09.062" v="4284" actId="478"/>
          <ac:spMkLst>
            <pc:docMk/>
            <pc:sldMk cId="524296123" sldId="258"/>
            <ac:spMk id="3" creationId="{9E166AF3-B882-F0DF-9406-42D967503A44}"/>
          </ac:spMkLst>
        </pc:spChg>
        <pc:spChg chg="add del">
          <ac:chgData name="Alex Moore" userId="7e47a0db79a540cc" providerId="LiveId" clId="{EC81579A-37D6-43BF-A5F6-AA03DC4717C4}" dt="2025-11-03T21:58:06.762" v="4283" actId="22"/>
          <ac:spMkLst>
            <pc:docMk/>
            <pc:sldMk cId="524296123" sldId="258"/>
            <ac:spMk id="5" creationId="{ABF330DE-4A55-7598-55A5-ACEB44A7498E}"/>
          </ac:spMkLst>
        </pc:spChg>
        <pc:spChg chg="add del mod">
          <ac:chgData name="Alex Moore" userId="7e47a0db79a540cc" providerId="LiveId" clId="{EC81579A-37D6-43BF-A5F6-AA03DC4717C4}" dt="2025-11-03T22:01:33.181" v="4301" actId="11529"/>
          <ac:spMkLst>
            <pc:docMk/>
            <pc:sldMk cId="524296123" sldId="258"/>
            <ac:spMk id="12" creationId="{6EC523B5-7C8D-0BC5-C8D4-1FBBADC936C2}"/>
          </ac:spMkLst>
        </pc:spChg>
        <pc:picChg chg="add del mod">
          <ac:chgData name="Alex Moore" userId="7e47a0db79a540cc" providerId="LiveId" clId="{EC81579A-37D6-43BF-A5F6-AA03DC4717C4}" dt="2025-11-03T21:59:36.436" v="4293" actId="478"/>
          <ac:picMkLst>
            <pc:docMk/>
            <pc:sldMk cId="524296123" sldId="258"/>
            <ac:picMk id="7" creationId="{1B36150D-A4EF-533E-CBAE-9FB92537F72E}"/>
          </ac:picMkLst>
        </pc:picChg>
        <pc:picChg chg="add mod ord">
          <ac:chgData name="Alex Moore" userId="7e47a0db79a540cc" providerId="LiveId" clId="{EC81579A-37D6-43BF-A5F6-AA03DC4717C4}" dt="2025-11-04T02:00:19.406" v="4676" actId="166"/>
          <ac:picMkLst>
            <pc:docMk/>
            <pc:sldMk cId="524296123" sldId="258"/>
            <ac:picMk id="9" creationId="{3C62E7B5-5475-23B7-609E-7EFAC034029B}"/>
          </ac:picMkLst>
        </pc:picChg>
        <pc:picChg chg="add del mod ord">
          <ac:chgData name="Alex Moore" userId="7e47a0db79a540cc" providerId="LiveId" clId="{EC81579A-37D6-43BF-A5F6-AA03DC4717C4}" dt="2025-11-03T22:09:15.388" v="4342" actId="478"/>
          <ac:picMkLst>
            <pc:docMk/>
            <pc:sldMk cId="524296123" sldId="258"/>
            <ac:picMk id="11" creationId="{293C88A9-8A8C-55CE-470B-7082AF507C48}"/>
          </ac:picMkLst>
        </pc:picChg>
        <pc:picChg chg="add mod">
          <ac:chgData name="Alex Moore" userId="7e47a0db79a540cc" providerId="LiveId" clId="{EC81579A-37D6-43BF-A5F6-AA03DC4717C4}" dt="2025-11-04T01:55:34.199" v="4534" actId="1076"/>
          <ac:picMkLst>
            <pc:docMk/>
            <pc:sldMk cId="524296123" sldId="258"/>
            <ac:picMk id="14" creationId="{B7EF421D-88F9-86CC-08E0-99C2F8A0B3C8}"/>
          </ac:picMkLst>
        </pc:picChg>
      </pc:sldChg>
      <pc:sldChg chg="addSp delSp modSp new mod">
        <pc:chgData name="Alex Moore" userId="7e47a0db79a540cc" providerId="LiveId" clId="{EC81579A-37D6-43BF-A5F6-AA03DC4717C4}" dt="2025-11-04T02:52:15.812" v="8085" actId="1582"/>
        <pc:sldMkLst>
          <pc:docMk/>
          <pc:sldMk cId="3753260615" sldId="259"/>
        </pc:sldMkLst>
        <pc:spChg chg="mod">
          <ac:chgData name="Alex Moore" userId="7e47a0db79a540cc" providerId="LiveId" clId="{EC81579A-37D6-43BF-A5F6-AA03DC4717C4}" dt="2025-11-04T02:04:31.988" v="5011" actId="20577"/>
          <ac:spMkLst>
            <pc:docMk/>
            <pc:sldMk cId="3753260615" sldId="259"/>
            <ac:spMk id="2" creationId="{12A9E606-2704-4C87-6785-F37DE8593450}"/>
          </ac:spMkLst>
        </pc:spChg>
        <pc:spChg chg="add del">
          <ac:chgData name="Alex Moore" userId="7e47a0db79a540cc" providerId="LiveId" clId="{EC81579A-37D6-43BF-A5F6-AA03DC4717C4}" dt="2025-11-04T02:01:30.730" v="4679"/>
          <ac:spMkLst>
            <pc:docMk/>
            <pc:sldMk cId="3753260615" sldId="259"/>
            <ac:spMk id="3" creationId="{4E63ADCE-410D-5AB7-5A82-294B4DC7D100}"/>
          </ac:spMkLst>
        </pc:spChg>
        <pc:spChg chg="add mod">
          <ac:chgData name="Alex Moore" userId="7e47a0db79a540cc" providerId="LiveId" clId="{EC81579A-37D6-43BF-A5F6-AA03DC4717C4}" dt="2025-11-04T02:08:57.021" v="5200" actId="20577"/>
          <ac:spMkLst>
            <pc:docMk/>
            <pc:sldMk cId="3753260615" sldId="259"/>
            <ac:spMk id="7" creationId="{FB09743C-EA28-D623-1A11-0B452F748764}"/>
          </ac:spMkLst>
        </pc:spChg>
        <pc:spChg chg="add mod">
          <ac:chgData name="Alex Moore" userId="7e47a0db79a540cc" providerId="LiveId" clId="{EC81579A-37D6-43BF-A5F6-AA03DC4717C4}" dt="2025-11-04T02:52:15.812" v="8085" actId="1582"/>
          <ac:spMkLst>
            <pc:docMk/>
            <pc:sldMk cId="3753260615" sldId="259"/>
            <ac:spMk id="12" creationId="{48233409-4707-E150-9E1E-895797FA614F}"/>
          </ac:spMkLst>
        </pc:spChg>
        <pc:spChg chg="add mod">
          <ac:chgData name="Alex Moore" userId="7e47a0db79a540cc" providerId="LiveId" clId="{EC81579A-37D6-43BF-A5F6-AA03DC4717C4}" dt="2025-11-04T02:50:57.733" v="8064" actId="20577"/>
          <ac:spMkLst>
            <pc:docMk/>
            <pc:sldMk cId="3753260615" sldId="259"/>
            <ac:spMk id="13" creationId="{6B7BE4C2-343B-315E-F571-61C64DEF736D}"/>
          </ac:spMkLst>
        </pc:spChg>
        <pc:graphicFrameChg chg="add mod">
          <ac:chgData name="Alex Moore" userId="7e47a0db79a540cc" providerId="LiveId" clId="{EC81579A-37D6-43BF-A5F6-AA03DC4717C4}" dt="2025-11-04T02:01:28.791" v="4678"/>
          <ac:graphicFrameMkLst>
            <pc:docMk/>
            <pc:sldMk cId="3753260615" sldId="259"/>
            <ac:graphicFrameMk id="4" creationId="{ABA33622-D1AB-F5BB-D578-10EEC72C72FB}"/>
          </ac:graphicFrameMkLst>
        </pc:graphicFrameChg>
        <pc:graphicFrameChg chg="add del mod">
          <ac:chgData name="Alex Moore" userId="7e47a0db79a540cc" providerId="LiveId" clId="{EC81579A-37D6-43BF-A5F6-AA03DC4717C4}" dt="2025-11-04T02:01:45.250" v="4680" actId="478"/>
          <ac:graphicFrameMkLst>
            <pc:docMk/>
            <pc:sldMk cId="3753260615" sldId="259"/>
            <ac:graphicFrameMk id="5" creationId="{F5607BFE-8EB4-4F95-3E8E-0FC90858DB56}"/>
          </ac:graphicFrameMkLst>
        </pc:graphicFrameChg>
        <pc:graphicFrameChg chg="add del mod modGraphic">
          <ac:chgData name="Alex Moore" userId="7e47a0db79a540cc" providerId="LiveId" clId="{EC81579A-37D6-43BF-A5F6-AA03DC4717C4}" dt="2025-11-04T02:07:51.569" v="5024" actId="478"/>
          <ac:graphicFrameMkLst>
            <pc:docMk/>
            <pc:sldMk cId="3753260615" sldId="259"/>
            <ac:graphicFrameMk id="8" creationId="{8E537884-582B-2D86-9EE8-77B09B4DB6E5}"/>
          </ac:graphicFrameMkLst>
        </pc:graphicFrameChg>
        <pc:graphicFrameChg chg="add del mod modGraphic">
          <ac:chgData name="Alex Moore" userId="7e47a0db79a540cc" providerId="LiveId" clId="{EC81579A-37D6-43BF-A5F6-AA03DC4717C4}" dt="2025-11-04T02:06:44.730" v="5019" actId="478"/>
          <ac:graphicFrameMkLst>
            <pc:docMk/>
            <pc:sldMk cId="3753260615" sldId="259"/>
            <ac:graphicFrameMk id="9" creationId="{0679B094-997C-1CE4-4A83-734445692D0C}"/>
          </ac:graphicFrameMkLst>
        </pc:graphicFrameChg>
        <pc:graphicFrameChg chg="add mod modGraphic">
          <ac:chgData name="Alex Moore" userId="7e47a0db79a540cc" providerId="LiveId" clId="{EC81579A-37D6-43BF-A5F6-AA03DC4717C4}" dt="2025-11-04T02:11:39.506" v="5407" actId="20577"/>
          <ac:graphicFrameMkLst>
            <pc:docMk/>
            <pc:sldMk cId="3753260615" sldId="259"/>
            <ac:graphicFrameMk id="10" creationId="{60B02545-AB3A-09DC-733F-965AFF74C38A}"/>
          </ac:graphicFrameMkLst>
        </pc:graphicFrameChg>
        <pc:graphicFrameChg chg="add mod modGraphic">
          <ac:chgData name="Alex Moore" userId="7e47a0db79a540cc" providerId="LiveId" clId="{EC81579A-37D6-43BF-A5F6-AA03DC4717C4}" dt="2025-11-04T02:49:20.580" v="8016" actId="20577"/>
          <ac:graphicFrameMkLst>
            <pc:docMk/>
            <pc:sldMk cId="3753260615" sldId="259"/>
            <ac:graphicFrameMk id="11" creationId="{468F3ADC-E596-1E14-2E61-837A755346D4}"/>
          </ac:graphicFrameMkLst>
        </pc:graphicFrameChg>
      </pc:sldChg>
      <pc:sldChg chg="modSp new mod">
        <pc:chgData name="Alex Moore" userId="7e47a0db79a540cc" providerId="LiveId" clId="{EC81579A-37D6-43BF-A5F6-AA03DC4717C4}" dt="2025-11-04T02:51:30.509" v="8083" actId="20577"/>
        <pc:sldMkLst>
          <pc:docMk/>
          <pc:sldMk cId="1295099773" sldId="260"/>
        </pc:sldMkLst>
        <pc:spChg chg="mod">
          <ac:chgData name="Alex Moore" userId="7e47a0db79a540cc" providerId="LiveId" clId="{EC81579A-37D6-43BF-A5F6-AA03DC4717C4}" dt="2025-11-04T02:14:34.992" v="5746" actId="6549"/>
          <ac:spMkLst>
            <pc:docMk/>
            <pc:sldMk cId="1295099773" sldId="260"/>
            <ac:spMk id="2" creationId="{270281E0-8A27-90E5-20AD-65AFD15E2EFA}"/>
          </ac:spMkLst>
        </pc:spChg>
        <pc:spChg chg="mod">
          <ac:chgData name="Alex Moore" userId="7e47a0db79a540cc" providerId="LiveId" clId="{EC81579A-37D6-43BF-A5F6-AA03DC4717C4}" dt="2025-11-04T02:51:30.509" v="8083" actId="20577"/>
          <ac:spMkLst>
            <pc:docMk/>
            <pc:sldMk cId="1295099773" sldId="260"/>
            <ac:spMk id="3" creationId="{CE34A3E0-6DA8-9D73-A0E5-98C110861F1F}"/>
          </ac:spMkLst>
        </pc:spChg>
      </pc:sldChg>
      <pc:sldChg chg="modSp new mod">
        <pc:chgData name="Alex Moore" userId="7e47a0db79a540cc" providerId="LiveId" clId="{EC81579A-37D6-43BF-A5F6-AA03DC4717C4}" dt="2025-11-04T02:53:58.221" v="8165" actId="20577"/>
        <pc:sldMkLst>
          <pc:docMk/>
          <pc:sldMk cId="1830283863" sldId="261"/>
        </pc:sldMkLst>
        <pc:spChg chg="mod">
          <ac:chgData name="Alex Moore" userId="7e47a0db79a540cc" providerId="LiveId" clId="{EC81579A-37D6-43BF-A5F6-AA03DC4717C4}" dt="2025-11-04T02:15:58.188" v="5972" actId="20577"/>
          <ac:spMkLst>
            <pc:docMk/>
            <pc:sldMk cId="1830283863" sldId="261"/>
            <ac:spMk id="2" creationId="{9118D6E2-C3EF-DBCB-A262-F51D9B39A1DD}"/>
          </ac:spMkLst>
        </pc:spChg>
        <pc:spChg chg="mod">
          <ac:chgData name="Alex Moore" userId="7e47a0db79a540cc" providerId="LiveId" clId="{EC81579A-37D6-43BF-A5F6-AA03DC4717C4}" dt="2025-11-04T02:53:58.221" v="8165" actId="20577"/>
          <ac:spMkLst>
            <pc:docMk/>
            <pc:sldMk cId="1830283863" sldId="261"/>
            <ac:spMk id="3" creationId="{0857D130-2038-4AC3-C940-C8E2D2EE2A51}"/>
          </ac:spMkLst>
        </pc:spChg>
      </pc:sldChg>
      <pc:sldMasterChg chg="addSp modSp mod">
        <pc:chgData name="Alex Moore" userId="7e47a0db79a540cc" providerId="LiveId" clId="{EC81579A-37D6-43BF-A5F6-AA03DC4717C4}" dt="2025-11-04T01:58:57.143" v="4624" actId="692"/>
        <pc:sldMasterMkLst>
          <pc:docMk/>
          <pc:sldMasterMk cId="4121572039" sldId="2147483648"/>
        </pc:sldMasterMkLst>
        <pc:spChg chg="add mod">
          <ac:chgData name="Alex Moore" userId="7e47a0db79a540cc" providerId="LiveId" clId="{EC81579A-37D6-43BF-A5F6-AA03DC4717C4}" dt="2025-11-04T01:58:57.143" v="4624" actId="692"/>
          <ac:spMkLst>
            <pc:docMk/>
            <pc:sldMasterMk cId="4121572039" sldId="2147483648"/>
            <ac:spMk id="7" creationId="{A6D6022C-B996-51F9-1F6E-3321FAD24BD7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CF256-5691-42AD-A0A1-21B942CE5E95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611E0-B88A-4346-A091-B681D9402FA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695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2BD8-7E92-8809-A8D5-17774ED69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7B79C-ED53-24B4-8CBF-39D359CA6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9F59-69B0-656F-B908-29A28BAF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000AB-9549-6A1D-6C93-1A74DB9C9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68236-7FE7-1F9C-D30B-C7791DD4A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421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FF6C4-C0B9-52F0-2CD7-AAC34449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EA033-204B-4E22-6505-DD6613796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A4DC3-7780-55F1-E3DD-E3E33726C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2798A-4B3F-AC78-B933-B088F15E0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1D5FD-CBB5-C19C-60A7-3869F2A41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176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B648-DA93-C4C7-9337-65ACB7DA6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49D97-A80A-4CA5-99E7-D89886212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F536A-F407-33ED-E4B4-7C18FE4C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AC15B-C18B-393C-3D1D-9645C64A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F537A-5297-5CFD-1134-82F292E2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8289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56010-7C7E-1D72-D921-3935A7DA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5E6C-E851-0CAB-2FCA-9FDE16F87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BDAE5-EFF0-451E-44C3-C496A30A6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2756F-ECD5-5BB6-2BD8-BF1B88822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23F5A-F2CC-BC53-869B-AAC82CEA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768CF-6B4F-5892-BA4E-44A11F2A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336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99B1-7297-D63D-9EB5-D68726A8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564C8-21D0-DDA9-200F-415E9367E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D332B-1BD2-5F8E-E801-D403648CD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9A774-D780-80ED-DE2B-8912AF5AC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E986F2-10E7-B410-83B5-0F1C8BF39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38192-0FFF-AB2F-FD75-C250F97C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6358E-C710-BB8B-8528-724F92E9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BFFDCB-CCB0-911F-67B1-7E0CDEA1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0092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E9C1-C6E4-F128-4BF8-C69B23E1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6C71B6-C7CD-DE9E-1387-DEBA2FF1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B87B9-974A-A0F5-BE2C-64310CC4C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B6A29-A192-5B3F-FB75-CD495DDA8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391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D77E96-F4EA-7181-1E70-D32F55C1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6AE09-E800-CB6C-77A7-C1F0F8BD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4DF54-0E84-5279-63CD-928FFFC7D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1429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13744-DDF6-900B-DE13-5F7C558E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C1691-725A-1DF0-DCBE-C611E52BF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CED90-3F3E-0E27-457C-21FAD14608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40E74-EB56-1EEC-FE72-06B5A27D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AE97B-3635-D884-CF78-6B5496A6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38428-B1F9-88B1-C053-F2BB048D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7074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370F5-3F6A-BEFE-781F-F74481E58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41D8E-1047-3359-5932-FDCBB6C71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E7B7B-3E67-2430-A415-1CA2591A4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36F9A-F472-39A4-43FC-8FB9214B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4F59B-232A-FE33-E017-BBFA06A0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5484F-92FB-3A49-2291-AAEFF3EB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003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D977-A558-D7C3-4EF2-1024976F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3FD5D-5B60-932A-ABFB-4C245C354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AD880-B355-2E1A-BC29-D52E3C6EB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7D0E6-C32D-7A0E-1EA0-6AF9075A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2ADA9-E459-C6FC-4DB4-9C518675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74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312BE8-DD09-DB13-3D03-7551A3AD6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3C0A6-6AEB-FB43-C8E5-29521B9BD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1278-AA2E-6AC4-2F3C-F781EDC7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E1A2F-2BED-852F-146F-2FB37C1C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464CD-4251-74E2-3E05-742C8A65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190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CF5A3-073C-0263-6D36-006482AD0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66287-2DD6-31F3-A079-0532944D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409C-37D4-7001-0FA3-3F0315533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A9C23-038C-4147-9D01-6C69730F848D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3966-0813-BC57-1521-C751597DC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3C4A2-19F2-F2DA-A03B-6325C81A46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1A70C-2DBE-45AE-9494-5C073A32318B}" type="slidenum">
              <a:rPr lang="en-CA" smtClean="0"/>
              <a:t>‹#›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6022C-B996-51F9-1F6E-3321FAD24BD7}"/>
              </a:ext>
            </a:extLst>
          </p:cNvPr>
          <p:cNvSpPr txBox="1"/>
          <p:nvPr userDrawn="1"/>
        </p:nvSpPr>
        <p:spPr>
          <a:xfrm rot="229331">
            <a:off x="6589996" y="166064"/>
            <a:ext cx="5478851" cy="769441"/>
          </a:xfrm>
          <a:prstGeom prst="rect">
            <a:avLst/>
          </a:prstGeom>
          <a:noFill/>
          <a:ln w="22225">
            <a:solidFill>
              <a:srgbClr val="FF0000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rgbClr val="FF0000">
                    <a:alpha val="3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Preliminary data!</a:t>
            </a:r>
            <a:endParaRPr lang="en-CA" sz="4400" i="1" dirty="0">
              <a:solidFill>
                <a:srgbClr val="FF0000">
                  <a:alpha val="35000"/>
                </a:srgb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EF7D7-0B11-AEB5-8265-C668C516FA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CYYQ: Weather Assessment for Landing &amp; Alternates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73DAD2-5A14-83F3-08FA-CF3765DC5B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Nov 3, 2025</a:t>
            </a:r>
          </a:p>
          <a:p>
            <a:r>
              <a:rPr lang="en-US" dirty="0"/>
              <a:t>Alex Moore, First Officer</a:t>
            </a:r>
          </a:p>
          <a:p>
            <a:r>
              <a:rPr lang="en-US" dirty="0"/>
              <a:t>Calm Air</a:t>
            </a:r>
          </a:p>
        </p:txBody>
      </p:sp>
    </p:spTree>
    <p:extLst>
      <p:ext uri="{BB962C8B-B14F-4D97-AF65-F5344CB8AC3E}">
        <p14:creationId xmlns:p14="http://schemas.microsoft.com/office/powerpoint/2010/main" val="2110987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A85F-A6C1-6B70-E183-12156883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&amp; Scope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65D92-8265-76A3-76B9-34CAB907C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Analysis for the evaluation of a proposed 2-alternate flight planning policy.</a:t>
            </a:r>
          </a:p>
          <a:p>
            <a:r>
              <a:rPr lang="en-US" dirty="0"/>
              <a:t>For each hour in the analysis period:</a:t>
            </a:r>
          </a:p>
          <a:p>
            <a:pPr lvl="1"/>
            <a:r>
              <a:rPr lang="en-US" dirty="0"/>
              <a:t>Could we land in YYQ?</a:t>
            </a:r>
          </a:p>
          <a:p>
            <a:pPr lvl="2"/>
            <a:r>
              <a:rPr lang="en-US" dirty="0"/>
              <a:t>METAR above landing minimums (visibility &gt;= Ops Spec, ceiling &gt; minimums)?</a:t>
            </a:r>
          </a:p>
          <a:p>
            <a:pPr lvl="1"/>
            <a:r>
              <a:rPr lang="en-US" dirty="0"/>
              <a:t>Which 2 alternates were available?</a:t>
            </a:r>
          </a:p>
          <a:p>
            <a:pPr lvl="2"/>
            <a:r>
              <a:rPr lang="en-US" dirty="0"/>
              <a:t>Used TAFs issued 3+ hours before arrival</a:t>
            </a:r>
          </a:p>
          <a:p>
            <a:pPr lvl="2"/>
            <a:r>
              <a:rPr lang="en-US" dirty="0"/>
              <a:t>Forecast above alternate weather minimums (CAP GEN rules)</a:t>
            </a:r>
          </a:p>
          <a:p>
            <a:pPr lvl="2"/>
            <a:r>
              <a:rPr lang="en-US" dirty="0"/>
              <a:t>Options: CYGX, CYTH, CYYL, CYNE, CYQD</a:t>
            </a:r>
          </a:p>
        </p:txBody>
      </p:sp>
    </p:spTree>
    <p:extLst>
      <p:ext uri="{BB962C8B-B14F-4D97-AF65-F5344CB8AC3E}">
        <p14:creationId xmlns:p14="http://schemas.microsoft.com/office/powerpoint/2010/main" val="2206699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F90DC-6EFE-2056-8172-88F7540F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&amp; Data Sources</a:t>
            </a:r>
            <a:endParaRPr lang="en-CA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7EF421D-88F9-86CC-08E0-99C2F8A0B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1999683"/>
            <a:ext cx="9848850" cy="3943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62E7B5-5475-23B7-609E-7EFAC0340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981" y="1182404"/>
            <a:ext cx="1985686" cy="163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96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9E606-2704-4C87-6785-F37DE859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Jan-Oct 2025 (10 months, hourly)</a:t>
            </a:r>
            <a:endParaRPr lang="en-CA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09743C-EA28-D623-1A11-0B452F748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YYQ METARs were suitable for landing 99% of the time</a:t>
            </a:r>
          </a:p>
          <a:p>
            <a:r>
              <a:rPr lang="en-US" dirty="0"/>
              <a:t>Fractional availability per alternate: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Distribution of number of simultaneously available alternates:</a:t>
            </a:r>
          </a:p>
          <a:p>
            <a:endParaRPr lang="en-C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B02545-AB3A-09DC-733F-965AFF74C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38617"/>
              </p:ext>
            </p:extLst>
          </p:nvPr>
        </p:nvGraphicFramePr>
        <p:xfrm>
          <a:off x="2096145" y="2949722"/>
          <a:ext cx="5942044" cy="609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26744">
                  <a:extLst>
                    <a:ext uri="{9D8B030D-6E8A-4147-A177-3AD203B41FA5}">
                      <a16:colId xmlns:a16="http://schemas.microsoft.com/office/drawing/2014/main" val="1759031238"/>
                    </a:ext>
                  </a:extLst>
                </a:gridCol>
                <a:gridCol w="783060">
                  <a:extLst>
                    <a:ext uri="{9D8B030D-6E8A-4147-A177-3AD203B41FA5}">
                      <a16:colId xmlns:a16="http://schemas.microsoft.com/office/drawing/2014/main" val="2204253767"/>
                    </a:ext>
                  </a:extLst>
                </a:gridCol>
                <a:gridCol w="783060">
                  <a:extLst>
                    <a:ext uri="{9D8B030D-6E8A-4147-A177-3AD203B41FA5}">
                      <a16:colId xmlns:a16="http://schemas.microsoft.com/office/drawing/2014/main" val="3426013475"/>
                    </a:ext>
                  </a:extLst>
                </a:gridCol>
                <a:gridCol w="783060">
                  <a:extLst>
                    <a:ext uri="{9D8B030D-6E8A-4147-A177-3AD203B41FA5}">
                      <a16:colId xmlns:a16="http://schemas.microsoft.com/office/drawing/2014/main" val="844177445"/>
                    </a:ext>
                  </a:extLst>
                </a:gridCol>
                <a:gridCol w="783060">
                  <a:extLst>
                    <a:ext uri="{9D8B030D-6E8A-4147-A177-3AD203B41FA5}">
                      <a16:colId xmlns:a16="http://schemas.microsoft.com/office/drawing/2014/main" val="1163510295"/>
                    </a:ext>
                  </a:extLst>
                </a:gridCol>
                <a:gridCol w="783060">
                  <a:extLst>
                    <a:ext uri="{9D8B030D-6E8A-4147-A177-3AD203B41FA5}">
                      <a16:colId xmlns:a16="http://schemas.microsoft.com/office/drawing/2014/main" val="275403331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Aerodrome</a:t>
                      </a:r>
                      <a:endParaRPr lang="en-CA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CYGX</a:t>
                      </a:r>
                      <a:endParaRPr lang="en-CA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CYTH</a:t>
                      </a:r>
                      <a:endParaRPr lang="en-CA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CYYL</a:t>
                      </a:r>
                      <a:endParaRPr lang="en-CA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CYNE</a:t>
                      </a:r>
                      <a:endParaRPr lang="en-CA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CYQD</a:t>
                      </a:r>
                      <a:endParaRPr lang="en-CA" sz="18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599499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Available as alt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88%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96%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93%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85%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93%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5615334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68F3ADC-E596-1E14-2E61-837A75534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405746"/>
              </p:ext>
            </p:extLst>
          </p:nvPr>
        </p:nvGraphicFramePr>
        <p:xfrm>
          <a:off x="2096145" y="4483100"/>
          <a:ext cx="3086100" cy="1828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39267996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4962589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6538126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Number of alts</a:t>
                      </a:r>
                      <a:endParaRPr lang="en-CA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  <a:r>
                        <a:rPr lang="en-CA" sz="18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ount</a:t>
                      </a:r>
                      <a:endParaRPr lang="en-CA" sz="18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frac</a:t>
                      </a:r>
                      <a:endParaRPr lang="en-CA" sz="18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15299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1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         168 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2%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4532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2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         490 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7%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090914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3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    1,466 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20%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868623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4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    2,157 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30%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316749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>
                          <a:effectLst/>
                        </a:rPr>
                        <a:t>5</a:t>
                      </a:r>
                      <a:endParaRPr lang="en-CA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    2,960 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CA" sz="1800" u="none" strike="noStrike" dirty="0">
                          <a:effectLst/>
                        </a:rPr>
                        <a:t>41%</a:t>
                      </a:r>
                      <a:endParaRPr lang="en-CA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3225072"/>
                  </a:ext>
                </a:extLst>
              </a:tr>
            </a:tbl>
          </a:graphicData>
        </a:graphic>
      </p:graphicFrame>
      <p:sp>
        <p:nvSpPr>
          <p:cNvPr id="12" name="Right Brace 11">
            <a:extLst>
              <a:ext uri="{FF2B5EF4-FFF2-40B4-BE49-F238E27FC236}">
                <a16:creationId xmlns:a16="http://schemas.microsoft.com/office/drawing/2014/main" id="{48233409-4707-E150-9E1E-895797FA614F}"/>
              </a:ext>
            </a:extLst>
          </p:cNvPr>
          <p:cNvSpPr/>
          <p:nvPr/>
        </p:nvSpPr>
        <p:spPr>
          <a:xfrm>
            <a:off x="5334001" y="5130800"/>
            <a:ext cx="384628" cy="1181099"/>
          </a:xfrm>
          <a:prstGeom prst="righ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7BE4C2-343B-315E-F571-61C64DEF736D}"/>
              </a:ext>
            </a:extLst>
          </p:cNvPr>
          <p:cNvSpPr txBox="1"/>
          <p:nvPr/>
        </p:nvSpPr>
        <p:spPr>
          <a:xfrm>
            <a:off x="5855871" y="5378379"/>
            <a:ext cx="2997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2+ alternates available 98% of the time.</a:t>
            </a:r>
            <a:endParaRPr lang="en-CA" i="1" dirty="0"/>
          </a:p>
        </p:txBody>
      </p:sp>
    </p:spTree>
    <p:extLst>
      <p:ext uri="{BB962C8B-B14F-4D97-AF65-F5344CB8AC3E}">
        <p14:creationId xmlns:p14="http://schemas.microsoft.com/office/powerpoint/2010/main" val="3753260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81E0-8A27-90E5-20AD-65AFD15E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Datasets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A3E0-6DA8-9D73-A0E5-98C110861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following sample (</a:t>
            </a:r>
            <a:r>
              <a:rPr lang="en-US" b="1" u="sng" dirty="0">
                <a:solidFill>
                  <a:srgbClr val="FF0000"/>
                </a:solidFill>
              </a:rPr>
              <a:t>preliminary</a:t>
            </a:r>
            <a:r>
              <a:rPr lang="en-US" dirty="0"/>
              <a:t>) datasets have been provided:</a:t>
            </a:r>
          </a:p>
          <a:p>
            <a:r>
              <a:rPr lang="en-US" dirty="0"/>
              <a:t>Oct_2025_Processed_METARs.csv</a:t>
            </a:r>
          </a:p>
          <a:p>
            <a:pPr lvl="1"/>
            <a:r>
              <a:rPr lang="en-US" dirty="0"/>
              <a:t>Hourly raw &amp; processed METAR, with landing suitability analysis</a:t>
            </a:r>
            <a:endParaRPr lang="en-US" i="1" dirty="0"/>
          </a:p>
          <a:p>
            <a:r>
              <a:rPr lang="en-US" dirty="0"/>
              <a:t>Oct_2025_Processed_TAFs.csv</a:t>
            </a:r>
          </a:p>
          <a:p>
            <a:pPr lvl="1"/>
            <a:r>
              <a:rPr lang="en-US" dirty="0"/>
              <a:t>Hourly raw &amp; processed TAFs, with alternate suitability analysis</a:t>
            </a:r>
          </a:p>
          <a:p>
            <a:pPr lvl="1"/>
            <a:r>
              <a:rPr lang="en-US" dirty="0"/>
              <a:t>Notation guide:</a:t>
            </a:r>
          </a:p>
          <a:p>
            <a:pPr lvl="2"/>
            <a:r>
              <a:rPr lang="en-US" dirty="0"/>
              <a:t>A -&gt; B indicates A BECMG B</a:t>
            </a:r>
          </a:p>
          <a:p>
            <a:pPr lvl="2"/>
            <a:r>
              <a:rPr lang="en-US" dirty="0"/>
              <a:t>A (B) indicates A TEMPO B</a:t>
            </a:r>
          </a:p>
          <a:p>
            <a:pPr lvl="2"/>
            <a:r>
              <a:rPr lang="en-US" dirty="0"/>
              <a:t>A [B] indicates A PROB B</a:t>
            </a:r>
          </a:p>
          <a:p>
            <a:r>
              <a:rPr lang="en-US" dirty="0"/>
              <a:t>Oct_2025_Alternate_Availability.csv</a:t>
            </a:r>
          </a:p>
          <a:p>
            <a:pPr lvl="1"/>
            <a:r>
              <a:rPr lang="en-US" dirty="0"/>
              <a:t>Merged dataset</a:t>
            </a:r>
          </a:p>
        </p:txBody>
      </p:sp>
    </p:spTree>
    <p:extLst>
      <p:ext uri="{BB962C8B-B14F-4D97-AF65-F5344CB8AC3E}">
        <p14:creationId xmlns:p14="http://schemas.microsoft.com/office/powerpoint/2010/main" val="1295099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D6E2-C3EF-DBCB-A262-F51D9B39A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Work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7D130-2038-4AC3-C940-C8E2D2EE2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 results</a:t>
            </a:r>
            <a:r>
              <a:rPr lang="en-CA" dirty="0"/>
              <a:t> &amp; fix any bugs</a:t>
            </a:r>
          </a:p>
          <a:p>
            <a:r>
              <a:rPr lang="en-CA" dirty="0"/>
              <a:t>Clean up code</a:t>
            </a:r>
          </a:p>
          <a:p>
            <a:r>
              <a:rPr lang="en-US" dirty="0"/>
              <a:t>Expand analysis period: 10+ years of data available</a:t>
            </a:r>
          </a:p>
          <a:p>
            <a:r>
              <a:rPr lang="en-US" dirty="0"/>
              <a:t>Scope refinement – what exactly do we want to investigate with this data?</a:t>
            </a:r>
          </a:p>
          <a:p>
            <a:r>
              <a:rPr lang="en-US" dirty="0"/>
              <a:t>Related analyses:</a:t>
            </a:r>
          </a:p>
          <a:p>
            <a:pPr lvl="1"/>
            <a:r>
              <a:rPr lang="en-US" dirty="0"/>
              <a:t>Seasonality and alternate availability</a:t>
            </a:r>
          </a:p>
          <a:p>
            <a:pPr lvl="1"/>
            <a:r>
              <a:rPr lang="en-US" dirty="0"/>
              <a:t>Statistical tables for crosswinds to inform training standards</a:t>
            </a:r>
          </a:p>
          <a:p>
            <a:pPr lvl="1"/>
            <a:r>
              <a:rPr lang="en-US" dirty="0"/>
              <a:t>Expanding scope to YRT sked &amp; Freighter ops</a:t>
            </a:r>
          </a:p>
        </p:txBody>
      </p:sp>
    </p:spTree>
    <p:extLst>
      <p:ext uri="{BB962C8B-B14F-4D97-AF65-F5344CB8AC3E}">
        <p14:creationId xmlns:p14="http://schemas.microsoft.com/office/powerpoint/2010/main" val="183028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341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Verdana</vt:lpstr>
      <vt:lpstr>Office Theme</vt:lpstr>
      <vt:lpstr>CYYQ: Weather Assessment for Landing &amp; Alternates</vt:lpstr>
      <vt:lpstr>Purpose &amp; Scope</vt:lpstr>
      <vt:lpstr>Methodology &amp; Data Sources</vt:lpstr>
      <vt:lpstr>Results: Jan-Oct 2025 (10 months, hourly)</vt:lpstr>
      <vt:lpstr>Sample Datasets</vt:lpstr>
      <vt:lpstr>Further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Moore</dc:creator>
  <cp:lastModifiedBy>Alex Moore</cp:lastModifiedBy>
  <cp:revision>1</cp:revision>
  <dcterms:created xsi:type="dcterms:W3CDTF">2025-11-03T20:52:50Z</dcterms:created>
  <dcterms:modified xsi:type="dcterms:W3CDTF">2025-11-04T02:54:02Z</dcterms:modified>
</cp:coreProperties>
</file>